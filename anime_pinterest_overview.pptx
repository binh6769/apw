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Anime-forward Pinterest Web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React + TypeScript + Supabase | Overview for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product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feed of anime/art pins with infinite scroll and topic picker.</a:t>
            </a:r>
          </a:p>
          <a:p>
            <a:pPr/>
            <a:r>
              <a:t>Create, view, save/unsave, comment, and delete own pins; add to albums.</a:t>
            </a:r>
          </a:p>
          <a:p>
            <a:pPr/>
            <a:r>
              <a:t>Supabase-authenticated experience with profile/avatars and session switching.</a:t>
            </a:r>
          </a:p>
          <a:p>
            <a:pPr/>
            <a:r>
              <a:t>Rich media handling: uploads, compression, metadata, view history, albums.</a:t>
            </a:r>
          </a:p>
          <a:p>
            <a:pPr/>
            <a:r>
              <a:t>Responsive UI with header + mobile nav and static terms/privacy/help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Home: topic chooser, search query param, infinite scroll feed (Jikan + Waifu.im + optional Unsplash/Pexels/Pixabay + Supabase pins).</a:t>
            </a:r>
          </a:p>
          <a:p>
            <a:pPr/>
            <a:r>
              <a:t>Pin detail: modal/full page, save/unsave, comments, share/download/report, delete if owner, related pins, inline album creation, view tracking.</a:t>
            </a:r>
          </a:p>
          <a:p>
            <a:pPr/>
            <a:r>
              <a:t>Create Pin: upload/create flow to Supabase pins with metadata.</a:t>
            </a:r>
          </a:p>
          <a:p>
            <a:pPr/>
            <a:r>
              <a:t>Profile &amp; Saved: created pins and saved pins (filters out self-authored).</a:t>
            </a:r>
          </a:p>
          <a:p>
            <a:pPr/>
            <a:r>
              <a:t>Albums &amp; History: album CRUD/view, recently viewed strip, search, pagination, delete/clear.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 &amp;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Supabase email auth; saved-account switcher in localStorage.</a:t>
            </a:r>
          </a:p>
          <a:p>
            <a:pPr/>
            <a:r>
              <a:t>Profile data: name, avatar URL, bio, phone, location, website, birth date, age.</a:t>
            </a:r>
          </a:p>
          <a:p>
            <a:pPr/>
            <a:r>
              <a:t>Avatar/photo upload with type/size checks, optional compression, old photo cleanup.</a:t>
            </a:r>
          </a:p>
          <a:p>
            <a:pPr/>
            <a:r>
              <a:t>Guarded routes via RequireAuth; cached profile metadata for fast avatars/names.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+ TypeScript + Vite; routing via react-router-dom; state/fetch via @tanstack/react-query.</a:t>
            </a:r>
          </a:p>
          <a:p>
            <a:pPr/>
            <a:r>
              <a:t>Tailwind utility styling (src/index.css).</a:t>
            </a:r>
          </a:p>
          <a:p>
            <a:pPr/>
            <a:r>
              <a:t>Supabase for auth, Postgres data, and storage buckets (profile-photos, pin-images, avatars).</a:t>
            </a:r>
          </a:p>
          <a:p>
            <a:pPr/>
            <a:r>
              <a:t>External image sources merged in api/unsplash.ts (Jikan, Waifu.im, optional Unsplash/Pexels/Pixabay).</a:t>
            </a:r>
          </a:p>
          <a:p>
            <a:pPr/>
            <a:r>
              <a:t>Contexts/hooks for auth, toasts, user, saved pins, created pins, image history, photo albums, UI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(Supabase)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pins: user_id, title/description, image_url/size/color, source_url, category, timestamps.</a:t>
            </a:r>
          </a:p>
          <a:p>
            <a:pPr/>
            <a:r>
              <a:t>user_profiles: personal fields + avatar_url; updated_at.</a:t>
            </a:r>
          </a:p>
          <a:p>
            <a:pPr/>
            <a:r>
              <a:t>saved_pins: user_id, pin_id, saved_at; comments table joined to profiles.</a:t>
            </a:r>
          </a:p>
          <a:p>
            <a:pPr/>
            <a:r>
              <a:t>image_history: per-user views with metadata; photo_albums + album_photos for curation.</a:t>
            </a:r>
          </a:p>
          <a:p>
            <a:pPr/>
            <a:r>
              <a:t>image_labels/metadata for labeling, stats, archive/restore helpers.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Feed: useInfiniteQuery fetchPhotos -&gt; dedup -&gt; MasonryGrid responsive columns.</a:t>
            </a:r>
          </a:p>
          <a:p>
            <a:pPr/>
            <a:r>
              <a:t>Save pin: ensurePinExists then savePin optimistic UI with rollback on failure.</a:t>
            </a:r>
          </a:p>
          <a:p>
            <a:pPr/>
            <a:r>
              <a:t>Record view: recordImageView upserts per user/image; history page paginates, searches, deletes.</a:t>
            </a:r>
          </a:p>
          <a:p>
            <a:pPr/>
            <a:r>
              <a:t>Albums: create/update/delete, add/remove photos; cover auto-updates on add.</a:t>
            </a:r>
          </a:p>
          <a:p>
            <a:pPr/>
            <a:r>
              <a:t>Profile upload: per-user folder, deletes prior file, returns public URL.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&amp;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Env: VITE_SUPABASE_URL and VITE_SUPABASE_ANON_KEY (present in .env.local).</a:t>
            </a:r>
          </a:p>
          <a:p>
            <a:pPr/>
            <a:r>
              <a:t>Optional API keys: VITE_UNSPLASH_ACCESS_KEY, VITE_PEXELS_API_KEY, VITE_PIXABAY_API_KEY.</a:t>
            </a:r>
          </a:p>
          <a:p>
            <a:pPr/>
            <a:r>
              <a:t>Install deps: npm install; Dev: npm run dev; Build: npm run build.</a:t>
            </a:r>
          </a:p>
          <a:p>
            <a:pPr/>
            <a:r>
              <a:t>Supabase: run provided SQL for pins, profiles, saved_pins, comments, image_history, albums, metadata tables; create storage buckets as noted.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Anime-forward aesthetic and sources; merges community pins with curated APIs.</a:t>
            </a:r>
          </a:p>
          <a:p>
            <a:pPr/>
            <a:r>
              <a:t>Full pin lifecycle plus albums and viewing history keeps engagement high.</a:t>
            </a:r>
          </a:p>
          <a:p>
            <a:pPr/>
            <a:r>
              <a:t>Resilient to API failures via deterministic mock data and merging logic.</a:t>
            </a:r>
          </a:p>
          <a:p>
            <a:pPr/>
            <a:r>
              <a:t>Optimistic interactions (save/unsave) and responsive masonry layout for smooth UX.</a:t>
            </a:r>
          </a:p>
          <a:p>
            <a:pPr/>
            <a:r>
              <a:t>Extensible contexts/hooks architecture for quick feature additions.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more automated tests (Vitest/JSDOM) for critical flows like save pin and image history.</a:t>
            </a:r>
          </a:p>
          <a:p>
            <a:pPr/>
            <a:r>
              <a:t>Introduce rate-limit/backoff tuning for external APIs and observability around failures.</a:t>
            </a:r>
          </a:p>
          <a:p>
            <a:pPr/>
            <a:r>
              <a:t>Consider theming options and creator tools (pin drafts, scheduled posts).</a:t>
            </a:r>
          </a:p>
          <a:p>
            <a:pPr/>
            <a:r>
              <a:t>Explore social graph (follows, recommendations) to deepen retention.</a:t>
            </a:r>
          </a:p>
          <a:p>
            <a:pPr/>
            <a:r>
              <a:t>Prepare marketing site/landing page with screenshots from current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