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66270" y="1365647"/>
            <a:ext cx="1211312" cy="304800"/>
          </a:xfrm>
          <a:prstGeom prst="roundRect">
            <a:avLst>
              <a:gd name="adj" fmla="val 83333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4870" y="1441847"/>
            <a:ext cx="769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GII THIU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51138" y="1873597"/>
            <a:ext cx="4241575" cy="128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60"/>
              </a:lnSpc>
              <a:buNone/>
            </a:pPr>
            <a:r>
              <a:rPr lang="en-US" sz="4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Anime: Th Gii
</a:t>
            </a:r>
            <a:pPr algn="ctr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Hnh Nht Bn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645600" y="3362027"/>
            <a:ext cx="3852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 Thut, Cu Chuyn &amp; Vn Ha Ton Cu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81000"/>
            <a:ext cx="82387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L 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803225"/>
            <a:ext cx="634901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57126"/>
            <a:ext cx="82387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 hot hnh v tay v k thut s c ngun gc t 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Nht Bn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 ny bt ngun t "animation" v ch phong cch hot hnh c sc vi ha tit sng ng, mu sc rc r v ch chuyn huyn 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1819126"/>
            <a:ext cx="8077200" cy="873919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3412" y="1819126"/>
            <a:ext cx="0" cy="873919"/>
          </a:xfrm>
          <a:prstGeom prst="line">
            <a:avLst/>
          </a:prstGeom>
          <a:noFill/>
          <a:ln w="47625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0375" y="1971526"/>
            <a:ext cx="7775740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c bit: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Khc vi hot hnh phng Ty, anime bao tri mi th loi t thiu nhi n ngi ln, t kinh d n lm mng, v khong hc vin tng.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2845445"/>
            <a:ext cx="2573834" cy="1260425"/>
          </a:xfrm>
          <a:prstGeom prst="roundRect">
            <a:avLst>
              <a:gd name="adj" fmla="val 60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4086820"/>
            <a:ext cx="2573834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2997845"/>
            <a:ext cx="23144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 Thut c ao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286720"/>
            <a:ext cx="231441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mt to, mu tc c ko, biu cm nhn mnh, v phng nn chi tit c chm cht.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1134" y="2845445"/>
            <a:ext cx="2573982" cy="1260425"/>
          </a:xfrm>
          <a:prstGeom prst="roundRect">
            <a:avLst>
              <a:gd name="adj" fmla="val 60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1134" y="4086820"/>
            <a:ext cx="2573982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3534" y="2997845"/>
            <a:ext cx="23145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Chuyn Di Tp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13534" y="3286720"/>
            <a:ext cx="23145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tp phim kt ni theo mùa vi ct truyn phc tp, nhn vt pht trin su sc.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12818" y="2845445"/>
            <a:ext cx="2573982" cy="1260425"/>
          </a:xfrm>
          <a:prstGeom prst="roundRect">
            <a:avLst>
              <a:gd name="adj" fmla="val 60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12818" y="4086820"/>
            <a:ext cx="2573982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5218" y="2997845"/>
            <a:ext cx="23145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Phm Vi Ton Cu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5218" y="3286720"/>
            <a:ext cx="231456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Crunchyroll, Netflix v Funimation mang anime n hn 200 quc gia trn th gii.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800"/>
            <a:ext cx="834257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Lch S Pht Trin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8701" y="727025"/>
            <a:ext cx="634901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930176"/>
            <a:ext cx="834257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nhng th nghim u tin n ngnh cng nghip t USD hn mt th 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8701" y="1279178"/>
            <a:ext cx="1968550" cy="1741289"/>
          </a:xfrm>
          <a:prstGeom prst="roundRect">
            <a:avLst>
              <a:gd name="adj" fmla="val 5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58701" y="1298228"/>
            <a:ext cx="1968550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651" y="1444228"/>
            <a:ext cx="17489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1917 - 1960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651" y="1604218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Nguyên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651" y="1842343"/>
            <a:ext cx="174894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Nhng b phim hot hnh Nht Bn u tin. Chu nh hng t Disney nhng nhanh chng pht trin bn sc ring.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651" y="2413546"/>
            <a:ext cx="1714649" cy="319980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Phim u tin: Namakura Gatana</a:t>
            </a:r>
            <a:endParaRPr lang="en-US" sz="900" dirty="0"/>
          </a:p>
          <a:p>
            <a:pPr algn="l" marL="82550" indent="-825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 nghim phong cch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28751" y="1279178"/>
            <a:ext cx="1968698" cy="1741289"/>
          </a:xfrm>
          <a:prstGeom prst="roundRect">
            <a:avLst>
              <a:gd name="adj" fmla="val 5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628751" y="1298228"/>
            <a:ext cx="1968698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5702" y="1444228"/>
            <a:ext cx="17490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1963 - 1980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55702" y="1604218"/>
            <a:ext cx="17490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Nguyên Tezuka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55702" y="1842343"/>
            <a:ext cx="1749094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Osamu Tezuka sng to anime hin i vi Astro Boy. Mt to, hot hnh gii hn, nh dng TV.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55702" y="2413546"/>
            <a:ext cx="1714798" cy="319980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 Boy - anime TV u tin</a:t>
            </a:r>
            <a:endParaRPr lang="en-US" sz="900" dirty="0"/>
          </a:p>
          <a:p>
            <a:pPr algn="l" marL="82550" indent="-825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Racer, Lupin III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1279178"/>
            <a:ext cx="1968550" cy="1741289"/>
          </a:xfrm>
          <a:prstGeom prst="roundRect">
            <a:avLst>
              <a:gd name="adj" fmla="val 5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98950" y="1298228"/>
            <a:ext cx="1968550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5901" y="1444228"/>
            <a:ext cx="17489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1980 - 2000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5901" y="1604218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 Hong Kim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5901" y="1842343"/>
            <a:ext cx="174894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Ghibli, OVA v cyberpunk. Anime v quc t vi Akira v Dragon Ball Z.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901" y="2413546"/>
            <a:ext cx="1714649" cy="479971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Akira (1988), Ghost in the Shell</a:t>
            </a:r>
            <a:endParaRPr lang="en-US" sz="900" dirty="0"/>
          </a:p>
          <a:p>
            <a:pPr algn="l" marL="82550" indent="-825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 Ball Z, Sailor Moon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9001" y="1279178"/>
            <a:ext cx="1968698" cy="1741289"/>
          </a:xfrm>
          <a:prstGeom prst="roundRect">
            <a:avLst>
              <a:gd name="adj" fmla="val 5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769001" y="1298228"/>
            <a:ext cx="1968698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5951" y="1444228"/>
            <a:ext cx="17490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95951" y="1604218"/>
            <a:ext cx="17490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 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95951" y="1842343"/>
            <a:ext cx="1749094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thut s, pht sng ton cu v s chp nhn rng ri. Anime l hin tng ton cu.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95951" y="2413546"/>
            <a:ext cx="1714798" cy="319980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on Titan, Demon Slayer</a:t>
            </a:r>
            <a:endParaRPr lang="en-US" sz="900" dirty="0"/>
          </a:p>
          <a:p>
            <a:pPr algn="l" marL="82550" indent="-825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Crunchyroll, Netflix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555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 Loi Chnh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776"/>
            <a:ext cx="634901" cy="50750"/>
          </a:xfrm>
          <a:prstGeom prst="rect">
            <a:avLst/>
          </a:prstGeom>
          <a:solidFill>
            <a:srgbClr val="FB71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06227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tri khp mi th loi t phiu lu hnh ng n cu chuyn i thng nhe nhn.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33202"/>
            <a:ext cx="4038600" cy="1425773"/>
          </a:xfrm>
          <a:prstGeom prst="roundRect">
            <a:avLst>
              <a:gd name="adj" fmla="val 71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739926"/>
            <a:ext cx="4038600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488877"/>
            <a:ext cx="1060400" cy="192881"/>
          </a:xfrm>
          <a:prstGeom prst="roundRect">
            <a:avLst>
              <a:gd name="adj" fmla="val 65844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6550" y="1514177"/>
            <a:ext cx="82263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Hnh ng / Phiu Lu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9600" y="1732508"/>
            <a:ext cx="38084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Shonen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2002334"/>
            <a:ext cx="38084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Tnh bn, ngh lc v nhng trn chin hoành trng. Th loi ph bin nht ton cu.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2230785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Naruto, One Piece, Demon Slayer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8200" y="1333202"/>
            <a:ext cx="4038600" cy="1425773"/>
          </a:xfrm>
          <a:prstGeom prst="roundRect">
            <a:avLst>
              <a:gd name="adj" fmla="val 71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48200" y="2739926"/>
            <a:ext cx="4038600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88877"/>
            <a:ext cx="1066205" cy="192881"/>
          </a:xfrm>
          <a:prstGeom prst="roundRect">
            <a:avLst>
              <a:gd name="adj" fmla="val 65844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7550" y="1514177"/>
            <a:ext cx="82855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mn / Tnh cm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732508"/>
            <a:ext cx="38084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Shojo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2002334"/>
            <a:ext cx="380847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chuyn cm xc v mi quan h, s trng thnh v hnh trnh khám phá bn thn.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408486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Sailor Moon, Fruits Basket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911376"/>
            <a:ext cx="4038600" cy="1248073"/>
          </a:xfrm>
          <a:prstGeom prst="roundRect">
            <a:avLst>
              <a:gd name="adj" fmla="val 814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7200" y="4140398"/>
            <a:ext cx="4038600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600" y="3067050"/>
            <a:ext cx="535930" cy="192881"/>
          </a:xfrm>
          <a:prstGeom prst="roundRect">
            <a:avLst>
              <a:gd name="adj" fmla="val 65844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6550" y="3092351"/>
            <a:ext cx="28767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 ln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9600" y="3310682"/>
            <a:ext cx="38084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Seinen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3580507"/>
            <a:ext cx="38084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su sc, t lý phc tp v cu chuyn thin thc danh cho ngi trng thnh.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9600" y="3808958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Berserk, Ghost in the Shell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48200" y="2911376"/>
            <a:ext cx="4038600" cy="1248073"/>
          </a:xfrm>
          <a:prstGeom prst="roundRect">
            <a:avLst>
              <a:gd name="adj" fmla="val 814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48200" y="4140398"/>
            <a:ext cx="4038600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067050"/>
            <a:ext cx="1212949" cy="192881"/>
          </a:xfrm>
          <a:prstGeom prst="roundRect">
            <a:avLst>
              <a:gd name="adj" fmla="val 65844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27550" y="3092351"/>
            <a:ext cx="9782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 o / Xuyên Không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0600" y="3310682"/>
            <a:ext cx="38084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Isekai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00600" y="3580507"/>
            <a:ext cx="38084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Nhn vt b chuyn n th gii khc. Tht s siêu hot trong thp n gn 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808958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Re:Zero, Sword Art Online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81000"/>
            <a:ext cx="82387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v Hot Hnh Phng 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803225"/>
            <a:ext cx="634901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57126"/>
            <a:ext cx="82387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u l hot hnh, nhng phong cch v cch k chuyn khc nhau rt nhiu.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393627"/>
            <a:ext cx="3911650" cy="2429173"/>
          </a:xfrm>
          <a:prstGeom prst="roundRect">
            <a:avLst>
              <a:gd name="adj" fmla="val 41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3412" y="1393627"/>
            <a:ext cx="0" cy="2429173"/>
          </a:xfrm>
          <a:prstGeom prst="line">
            <a:avLst/>
          </a:prstGeom>
          <a:noFill/>
          <a:ln w="47625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926" y="1571327"/>
            <a:ext cx="35787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4926" y="1939528"/>
            <a:ext cx="3508623" cy="16802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dung di tp theo mùa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Hng n mi la tui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to biu cm, nn chi tit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su sc v tri hc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Chuyn th t manga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 xut ti Nht Bn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5150" y="1393627"/>
            <a:ext cx="3911650" cy="2429173"/>
          </a:xfrm>
          <a:prstGeom prst="roundRect">
            <a:avLst>
              <a:gd name="adj" fmla="val 41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98963" y="1393627"/>
            <a:ext cx="0" cy="2429173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0476" y="1571327"/>
            <a:ext cx="35787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Hnh Phng 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00476" y="1939528"/>
            <a:ext cx="3508623" cy="16802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dung n tp, c lp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 l gii tr thiu nhi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gin ha hnh nh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hi, vui ti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gc hoc t chi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 xut ti M &amp; chu 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4000500"/>
            <a:ext cx="8077200" cy="476250"/>
          </a:xfrm>
          <a:prstGeom prst="roundRect">
            <a:avLst>
              <a:gd name="adj" fmla="val 21333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4152900"/>
            <a:ext cx="78243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 :</a:t>
            </a:r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Không t gii tr ngy cng m nht — cc phim nh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</a:t>
            </a:r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Castlevania</a:t>
            </a:r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kt hp c hai phong cch.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555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Php Trin Ngh Thut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776"/>
            <a:ext cx="634901" cy="50750"/>
          </a:xfrm>
          <a:prstGeom prst="rect">
            <a:avLst/>
          </a:prstGeom>
          <a:solidFill>
            <a:srgbClr val="FB71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06227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cch ngh thut anime đ thay i t nhng nn vng n gin n nhng tuyt tc k thut 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33202"/>
            <a:ext cx="1981200" cy="1088678"/>
          </a:xfrm>
          <a:prstGeom prst="roundRect">
            <a:avLst>
              <a:gd name="adj" fmla="val 93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89323" y="1383953"/>
            <a:ext cx="86452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600" y="1485602"/>
            <a:ext cx="1709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Cch Tezuka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1736378"/>
            <a:ext cx="1709928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hnh gii hn, mt to trn, nn v n gin. Ly cm hng t Disney nhng ti u cho TV.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39901" y="1333202"/>
            <a:ext cx="1981349" cy="1088678"/>
          </a:xfrm>
          <a:prstGeom prst="roundRect">
            <a:avLst>
              <a:gd name="adj" fmla="val 93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72173" y="1383953"/>
            <a:ext cx="86452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92301" y="1485602"/>
            <a:ext cx="17100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Tit Ha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2301" y="1736378"/>
            <a:ext cx="171008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hnh mn mn hn, t l thc t, k thut t bo. OVA đy mnh cht in nh.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22750" y="1333202"/>
            <a:ext cx="1981200" cy="1088678"/>
          </a:xfrm>
          <a:prstGeom prst="roundRect">
            <a:avLst>
              <a:gd name="adj" fmla="val 93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54873" y="1383953"/>
            <a:ext cx="86452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75150" y="1485602"/>
            <a:ext cx="1709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nh Cao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5150" y="1736378"/>
            <a:ext cx="170992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 pastel, nn chi tit, thit k biu tng. Ghibli thit lp tiu chun.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05451" y="1333202"/>
            <a:ext cx="1981349" cy="1088678"/>
          </a:xfrm>
          <a:prstGeom prst="roundRect">
            <a:avLst>
              <a:gd name="adj" fmla="val 93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59725" y="1383953"/>
            <a:ext cx="104608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7851" y="1485602"/>
            <a:ext cx="17100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Thut 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7851" y="1736378"/>
            <a:ext cx="171008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trnh k thut s, CGI 3D, mu sc rc r. Demon Slayer thit lp chun mi.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548830"/>
            <a:ext cx="1981200" cy="498277"/>
          </a:xfrm>
          <a:prstGeom prst="roundRect">
            <a:avLst>
              <a:gd name="adj" fmla="val 152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2558355"/>
            <a:ext cx="1981200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0919" y="2669381"/>
            <a:ext cx="18137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 Boy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0919" y="2812256"/>
            <a:ext cx="1813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39901" y="2548830"/>
            <a:ext cx="1981349" cy="498277"/>
          </a:xfrm>
          <a:prstGeom prst="roundRect">
            <a:avLst>
              <a:gd name="adj" fmla="val 152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539901" y="2558355"/>
            <a:ext cx="1981349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3618" y="2669381"/>
            <a:ext cx="18139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Akira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23618" y="2812256"/>
            <a:ext cx="18139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22750" y="2548830"/>
            <a:ext cx="1981200" cy="498277"/>
          </a:xfrm>
          <a:prstGeom prst="roundRect">
            <a:avLst>
              <a:gd name="adj" fmla="val 152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22750" y="2558355"/>
            <a:ext cx="1981200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6469" y="2669381"/>
            <a:ext cx="18137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Princess Mononoke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6469" y="2812256"/>
            <a:ext cx="1813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05451" y="2548830"/>
            <a:ext cx="1981349" cy="498277"/>
          </a:xfrm>
          <a:prstGeom prst="roundRect">
            <a:avLst>
              <a:gd name="adj" fmla="val 152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705451" y="2558355"/>
            <a:ext cx="1981349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9168" y="2669381"/>
            <a:ext cx="18139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 Slayer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89168" y="2812256"/>
            <a:ext cx="18139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55550"/>
            <a:ext cx="834257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Anime Ni 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8701" y="777776"/>
            <a:ext cx="634901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980926"/>
            <a:ext cx="8342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Nhng studio đ nh hnh lch s anime vi phong cch v tc phm huyn thoi.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8701" y="1307902"/>
            <a:ext cx="4025950" cy="880467"/>
          </a:xfrm>
          <a:prstGeom prst="roundRect">
            <a:avLst>
              <a:gd name="adj" fmla="val 115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82513" y="1307902"/>
            <a:ext cx="0" cy="880467"/>
          </a:xfrm>
          <a:prstGeom prst="line">
            <a:avLst/>
          </a:prstGeom>
          <a:noFill/>
          <a:ln w="47625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276" y="1434852"/>
            <a:ext cx="37989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Ghibli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3276" y="1672977"/>
            <a:ext cx="379891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p th công, ch m trng v chi su lng. Sng lp bi Hayao Miyazaki.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3276" y="1901428"/>
            <a:ext cx="37989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Spirited Away, Hng xóm Totoro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11601" y="1307902"/>
            <a:ext cx="4026098" cy="880467"/>
          </a:xfrm>
          <a:prstGeom prst="roundRect">
            <a:avLst>
              <a:gd name="adj" fmla="val 115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35413" y="1307902"/>
            <a:ext cx="0" cy="880467"/>
          </a:xfrm>
          <a:prstGeom prst="line">
            <a:avLst/>
          </a:prstGeom>
          <a:noFill/>
          <a:ln w="47625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6176" y="1434852"/>
            <a:ext cx="3799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6176" y="1672977"/>
            <a:ext cx="379906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 a hin i, hot hnh mn, chuyn th đen ti. V th t nhng nm 2010.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6176" y="1901428"/>
            <a:ext cx="37990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Jujutsu Kaisen, Chainsaw Man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8701" y="2315319"/>
            <a:ext cx="4025950" cy="880467"/>
          </a:xfrm>
          <a:prstGeom prst="roundRect">
            <a:avLst>
              <a:gd name="adj" fmla="val 115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2513" y="2315319"/>
            <a:ext cx="0" cy="880467"/>
          </a:xfrm>
          <a:prstGeom prst="line">
            <a:avLst/>
          </a:prstGeom>
          <a:noFill/>
          <a:ln w="47625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276" y="2442270"/>
            <a:ext cx="37989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Kyoto Animation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3276" y="2680395"/>
            <a:ext cx="379891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nht, sâu sc v tng chi tit. Tng tng nhn vt c bit xut sc.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3276" y="2908846"/>
            <a:ext cx="37989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 Evergarden, K-On!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11601" y="2315319"/>
            <a:ext cx="4026098" cy="880467"/>
          </a:xfrm>
          <a:prstGeom prst="roundRect">
            <a:avLst>
              <a:gd name="adj" fmla="val 115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35413" y="2315319"/>
            <a:ext cx="0" cy="880467"/>
          </a:xfrm>
          <a:prstGeom prst="line">
            <a:avLst/>
          </a:prstGeom>
          <a:noFill/>
          <a:ln w="47625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6176" y="2442270"/>
            <a:ext cx="3799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Ufotable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86176" y="2680395"/>
            <a:ext cx="379906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 thy hiu ng th giác và chiến đấu 2D/3D không gì snh bằng.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86176" y="2908846"/>
            <a:ext cx="37990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 Slayer, Fate/Zero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555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Thng K n Tng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776"/>
            <a:ext cx="634901" cy="50750"/>
          </a:xfrm>
          <a:prstGeom prst="rect">
            <a:avLst/>
          </a:prstGeom>
          <a:solidFill>
            <a:srgbClr val="FB71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06227"/>
            <a:ext cx="4013150" cy="22098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006227"/>
            <a:ext cx="4013150" cy="333375"/>
          </a:xfrm>
          <a:prstGeom prst="rect">
            <a:avLst/>
          </a:prstGeom>
          <a:solidFill>
            <a:srgbClr val="BE1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334839"/>
            <a:ext cx="401315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150" y="1082427"/>
            <a:ext cx="17876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Tiêu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90651" y="1082427"/>
            <a:ext cx="17878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39602"/>
            <a:ext cx="4013150" cy="3143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649164"/>
            <a:ext cx="401315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4150" y="1415802"/>
            <a:ext cx="1787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Ton Cu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0651" y="1415802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T USD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63489"/>
            <a:ext cx="401315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4150" y="1730127"/>
            <a:ext cx="1787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Phim Đ Sn Xut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0651" y="1730127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~6,000+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1968252"/>
            <a:ext cx="4013150" cy="3143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2277814"/>
            <a:ext cx="401315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150" y="2044452"/>
            <a:ext cx="1787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Ti Nht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90651" y="2044452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592139"/>
            <a:ext cx="401315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150" y="2358777"/>
            <a:ext cx="1787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Bo Crunchyroll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90651" y="2358777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 Triu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596902"/>
            <a:ext cx="4013150" cy="3143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2906464"/>
            <a:ext cx="401315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4150" y="2673102"/>
            <a:ext cx="1787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 Tng Pht Sng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90651" y="2673102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Crunchyroll, Netflix, HIDIVE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4150" y="2987427"/>
            <a:ext cx="1787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Dài Nht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90651" y="2987427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Piece: 1,100+ tp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73501" y="1006227"/>
            <a:ext cx="4013299" cy="22098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73501" y="1006227"/>
            <a:ext cx="4013299" cy="333375"/>
          </a:xfrm>
          <a:prstGeom prst="rect">
            <a:avLst/>
          </a:prstGeom>
          <a:solidFill>
            <a:srgbClr val="BE1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73501" y="1334839"/>
            <a:ext cx="401329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451" y="1082427"/>
            <a:ext cx="17878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Phim Hot Nht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07101" y="1082427"/>
            <a:ext cx="17878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(Triu USD)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73501" y="1339602"/>
            <a:ext cx="4013299" cy="3143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73501" y="1649164"/>
            <a:ext cx="401329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451" y="1415802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 Slayer: Mugen Train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7101" y="1415802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$507M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73501" y="1963489"/>
            <a:ext cx="401329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451" y="1730127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Spirited Away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07101" y="1730127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$395M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73501" y="1968252"/>
            <a:ext cx="4013299" cy="3143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673501" y="2277814"/>
            <a:ext cx="401329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451" y="2044452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07101" y="2044452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$382M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73501" y="2592139"/>
            <a:ext cx="401329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451" y="2358777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Suzume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07101" y="2358777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$323M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73501" y="2596902"/>
            <a:ext cx="4013299" cy="3143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673501" y="2906464"/>
            <a:ext cx="401329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451" y="2673102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Cậu Bé Và Diệc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07101" y="2673102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$294M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00451" y="2987427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Howl's Moving Castle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07101" y="2987427"/>
            <a:ext cx="1787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$238M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3368427"/>
            <a:ext cx="2658517" cy="831652"/>
          </a:xfrm>
          <a:prstGeom prst="roundRect">
            <a:avLst>
              <a:gd name="adj" fmla="val 122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60104" y="3495377"/>
            <a:ext cx="245270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 Triu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560104" y="3930253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Ngưi hm ngoi Nht Bn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242667" y="3368427"/>
            <a:ext cx="2658666" cy="831652"/>
          </a:xfrm>
          <a:prstGeom prst="roundRect">
            <a:avLst>
              <a:gd name="adj" fmla="val 122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345570" y="3495377"/>
            <a:ext cx="24528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3345570" y="3930253"/>
            <a:ext cx="2452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 nc ngoi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028283" y="3368427"/>
            <a:ext cx="2658517" cy="831652"/>
          </a:xfrm>
          <a:prstGeom prst="roundRect">
            <a:avLst>
              <a:gd name="adj" fmla="val 122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131187" y="3495377"/>
            <a:ext cx="245270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6131187" y="3930253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Quc gia pht hnh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55550"/>
            <a:ext cx="834257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 Ha Anime v Snh Hng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8701" y="777776"/>
            <a:ext cx="634901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980926"/>
            <a:ext cx="8342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không ch l gii tr m cn l mt hin tng vn ha ton cu.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8701" y="1307902"/>
            <a:ext cx="4013299" cy="856952"/>
          </a:xfrm>
          <a:prstGeom prst="roundRect">
            <a:avLst>
              <a:gd name="adj" fmla="val 8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58701" y="1326952"/>
            <a:ext cx="4013299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651" y="1472952"/>
            <a:ext cx="3834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651" y="1682502"/>
            <a:ext cx="383458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Expo, Comiket thu ht hng triu ngi mi nm vi cosplay, hi tho v hng ha.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24400" y="1307902"/>
            <a:ext cx="4013299" cy="856952"/>
          </a:xfrm>
          <a:prstGeom prst="roundRect">
            <a:avLst>
              <a:gd name="adj" fmla="val 8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24400" y="1326952"/>
            <a:ext cx="4013299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1350" y="1472952"/>
            <a:ext cx="3834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Cosplay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1350" y="1682502"/>
            <a:ext cx="38345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Ngưi hm ha trang thnh nhn vt yu thch. Mt cng ng sng to ton cu.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8701" y="2317254"/>
            <a:ext cx="4013299" cy="856952"/>
          </a:xfrm>
          <a:prstGeom prst="roundRect">
            <a:avLst>
              <a:gd name="adj" fmla="val 8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58701" y="2336304"/>
            <a:ext cx="4013299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651" y="2482304"/>
            <a:ext cx="3834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Nhc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651" y="2691854"/>
            <a:ext cx="383458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Nhng ca nhm v OST anime đ tr thnh mt th loi c lp. LiSA l ngi ngôi sao.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24400" y="2317254"/>
            <a:ext cx="4013299" cy="856952"/>
          </a:xfrm>
          <a:prstGeom prst="roundRect">
            <a:avLst>
              <a:gd name="adj" fmla="val 8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24400" y="2336304"/>
            <a:ext cx="4013299" cy="0"/>
          </a:xfrm>
          <a:prstGeom prst="line">
            <a:avLst/>
          </a:prstGeom>
          <a:noFill/>
          <a:ln w="381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1350" y="2482304"/>
            <a:ext cx="3834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 Hng Ton Cu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51350" y="2691854"/>
            <a:ext cx="38345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truyn cm hng cho phim nh, thi trang, tr chi in t v hi ha th gii.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06938" y="1011585"/>
            <a:ext cx="213012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n </a:t>
            </a:r>
            <a:pPr algn="ctr" indent="0" marL="0">
              <a:spcAft>
                <a:spcPts val="1200"/>
              </a:spcAft>
              <a:buNone/>
            </a:pPr>
            <a:r>
              <a:rPr lang="en-US" sz="40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19527" y="1795760"/>
            <a:ext cx="37049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nhng </a:t>
            </a:r>
            <a:pPr algn="ctr" indent="0" marL="0">
              <a:lnSpc>
                <a:spcPts val="22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tuyt tc v tay</a:t>
            </a:r>
            <a:pPr algn="ctr" indent="0" marL="0">
              <a:lnSpc>
                <a:spcPts val="22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 nhng </a:t>
            </a:r>
            <a:pPr algn="ctr" indent="0" marL="0">
              <a:lnSpc>
                <a:spcPts val="22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 quan k thut s</a:t>
            </a:r>
            <a:pPr algn="ctr" indent="0" marL="0">
              <a:lnSpc>
                <a:spcPts val="22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19527" y="2131070"/>
            <a:ext cx="37049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tip tc truyn cm hng, gii tr v kt ni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19527" y="2466380"/>
            <a:ext cx="370494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ngi trn khp mi bin gii v th 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65821" y="3157091"/>
            <a:ext cx="950565" cy="295275"/>
          </a:xfrm>
          <a:prstGeom prst="roundRect">
            <a:avLst>
              <a:gd name="adj" fmla="val 860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43521" y="3233291"/>
            <a:ext cx="607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L 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17887" y="3157091"/>
            <a:ext cx="680145" cy="295275"/>
          </a:xfrm>
          <a:prstGeom prst="roundRect">
            <a:avLst>
              <a:gd name="adj" fmla="val 860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95588" y="3233291"/>
            <a:ext cx="331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Lch 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99532" y="3157091"/>
            <a:ext cx="708422" cy="295275"/>
          </a:xfrm>
          <a:prstGeom prst="roundRect">
            <a:avLst>
              <a:gd name="adj" fmla="val 86022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77233" y="3233291"/>
            <a:ext cx="360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 Loi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9455" y="3157091"/>
            <a:ext cx="875407" cy="295275"/>
          </a:xfrm>
          <a:prstGeom prst="roundRect">
            <a:avLst>
              <a:gd name="adj" fmla="val 860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7155" y="3233291"/>
            <a:ext cx="5304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 Thut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86363" y="3157091"/>
            <a:ext cx="715417" cy="295275"/>
          </a:xfrm>
          <a:prstGeom prst="roundRect">
            <a:avLst>
              <a:gd name="adj" fmla="val 860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64063" y="3233291"/>
            <a:ext cx="367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03280" y="3157091"/>
            <a:ext cx="764828" cy="295275"/>
          </a:xfrm>
          <a:prstGeom prst="roundRect">
            <a:avLst>
              <a:gd name="adj" fmla="val 860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80981" y="3233291"/>
            <a:ext cx="4176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Thng 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69609" y="3157091"/>
            <a:ext cx="708422" cy="295275"/>
          </a:xfrm>
          <a:prstGeom prst="roundRect">
            <a:avLst>
              <a:gd name="adj" fmla="val 860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47309" y="3233291"/>
            <a:ext cx="360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 Ha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81285" y="3807916"/>
            <a:ext cx="21812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 cng tip tc theo di v m 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Anime: Th Gii Hot Hnh Nht Bn</dc:title>
  <dc:subject>PptxGenJS Presentation</dc:subject>
  <dc:creator>OpenCode</dc:creator>
  <cp:lastModifiedBy>OpenCode</cp:lastModifiedBy>
  <cp:revision>1</cp:revision>
  <dcterms:created xsi:type="dcterms:W3CDTF">2026-05-20T13:41:49Z</dcterms:created>
  <dcterms:modified xsi:type="dcterms:W3CDTF">2026-05-20T13:41:49Z</dcterms:modified>
</cp:coreProperties>
</file>