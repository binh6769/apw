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project\Clone\apw\plans\reports\workspace\bg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D:\project\Clone\apw\plans\reports\workspace\icon-gri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097280"/>
            <a:ext cx="640080" cy="6400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APW - Pinterest Clone</a:t>
            </a:r>
            <a:endParaRPr lang="en-US" sz="4400" dirty="0"/>
          </a:p>
        </p:txBody>
      </p:sp>
      <p:pic>
        <p:nvPicPr>
          <p:cNvPr id="5" name="Image 2" descr="D:\project\Clone\apw\plans\reports\workspace\accent-li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2606040"/>
            <a:ext cx="2743200" cy="4572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Khám phá, Lưu trữ &amp; Chia sẻ Nội dung Hình ảnh</a:t>
            </a:r>
            <a:endParaRPr lang="en-US" sz="2000" dirty="0"/>
          </a:p>
        </p:txBody>
      </p:sp>
      <p:sp>
        <p:nvSpPr>
          <p:cNvPr id="7" name="Text 2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</a:t>
            </a:r>
            <a:pPr algn="ctr" indent="0" marL="0">
              <a:buNone/>
            </a:pPr>
            <a:r>
              <a:rPr lang="en-US" sz="16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pPr algn="ctr" indent="0" marL="0">
              <a:buNone/>
            </a:pPr>
            <a:r>
              <a:rPr lang="en-US" sz="16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</a:t>
            </a:r>
            <a:pPr algn="ctr" indent="0" marL="0">
              <a:buNone/>
            </a:pPr>
            <a:r>
              <a:rPr lang="en-US" sz="16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project\Clone\apw\plans\reports\workspace\bg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Vấn đề &amp; Giải pháp</a:t>
            </a:r>
            <a:endParaRPr lang="en-US" sz="3200" dirty="0"/>
          </a:p>
        </p:txBody>
      </p:sp>
      <p:pic>
        <p:nvPicPr>
          <p:cNvPr id="4" name="Image 1" descr="D:\project\Clone\apw\plans\reports\workspace\accent-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68680"/>
            <a:ext cx="2286000" cy="457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57200" y="1280160"/>
            <a:ext cx="3931920" cy="1645920"/>
          </a:xfrm>
          <a:prstGeom prst="roundRect">
            <a:avLst>
              <a:gd name="adj" fmla="val 5556"/>
            </a:avLst>
          </a:prstGeom>
          <a:solidFill>
            <a:srgbClr val="16213E"/>
          </a:solidFill>
          <a:ln w="12700">
            <a:solidFill>
              <a:srgbClr val="2D3A5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4008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0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VẤN ĐỀ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640080" y="17373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Người dùng cần nền tảng hiện đại để khám phá, sắp xếp và chia sẻ nguồn cảm hứng hình ảnh hiệu quả.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4754880" y="1280160"/>
            <a:ext cx="3931920" cy="1645920"/>
          </a:xfrm>
          <a:prstGeom prst="roundRect">
            <a:avLst>
              <a:gd name="adj" fmla="val 5556"/>
            </a:avLst>
          </a:prstGeom>
          <a:solidFill>
            <a:srgbClr val="16213E"/>
          </a:solidFill>
          <a:ln w="12700">
            <a:solidFill>
              <a:srgbClr val="2D3A5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93776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GIẢI PHÁP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937760" y="17373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Ứng dụng phong cách Pinterest với công nghệ hiện đại: React 19, TypeScript &amp; Supabase.</a:t>
            </a:r>
            <a:endParaRPr lang="en-US" sz="1400" dirty="0"/>
          </a:p>
        </p:txBody>
      </p:sp>
      <p:pic>
        <p:nvPicPr>
          <p:cNvPr id="11" name="Image 2" descr="D:\project\Clone\apw\plans\reports\workspace\icon-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329184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920240" y="37947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Khám phá</a:t>
            </a:r>
            <a:endParaRPr lang="en-US" sz="1100" dirty="0"/>
          </a:p>
        </p:txBody>
      </p:sp>
      <p:pic>
        <p:nvPicPr>
          <p:cNvPr id="13" name="Image 3" descr="D:\project\Clone\apw\plans\reports\workspace\icon-bookm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3291840"/>
            <a:ext cx="457200" cy="4572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977640" y="37947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 trữ</a:t>
            </a:r>
            <a:endParaRPr lang="en-US" sz="1100" dirty="0"/>
          </a:p>
        </p:txBody>
      </p:sp>
      <p:pic>
        <p:nvPicPr>
          <p:cNvPr id="15" name="Image 4" descr="D:\project\Clone\apw\plans\reports\workspace\icon-shar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3291840"/>
            <a:ext cx="457200" cy="4572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035040" y="37947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Chia sẻ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project\Clone\apw\plans\reports\workspace\bg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Tính năng Chính</a:t>
            </a:r>
            <a:endParaRPr lang="en-US" sz="3200" dirty="0"/>
          </a:p>
        </p:txBody>
      </p:sp>
      <p:pic>
        <p:nvPicPr>
          <p:cNvPr id="4" name="Image 1" descr="D:\project\Clone\apw\plans\reports\workspace\accent-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68680"/>
            <a:ext cx="2011680" cy="457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40080" y="1188720"/>
            <a:ext cx="2560320" cy="1280160"/>
          </a:xfrm>
          <a:prstGeom prst="roundRect">
            <a:avLst>
              <a:gd name="adj" fmla="val 5714"/>
            </a:avLst>
          </a:prstGeom>
          <a:solidFill>
            <a:srgbClr val="16213E"/>
          </a:solidFill>
          <a:ln w="12700">
            <a:solidFill>
              <a:srgbClr val="2D3A5A"/>
            </a:solidFill>
            <a:prstDash val="solid"/>
          </a:ln>
        </p:spPr>
      </p:sp>
      <p:pic>
        <p:nvPicPr>
          <p:cNvPr id="6" name="Image 2" descr="D:\project\Clone\apw\plans\reports\workspace\icon-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371600"/>
            <a:ext cx="320040" cy="32004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188720" y="1371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Xác thực</a:t>
            </a:r>
            <a:endParaRPr lang="en-US" sz="1300" dirty="0"/>
          </a:p>
        </p:txBody>
      </p:sp>
      <p:sp>
        <p:nvSpPr>
          <p:cNvPr id="8" name="Text 3"/>
          <p:cNvSpPr/>
          <p:nvPr/>
        </p:nvSpPr>
        <p:spPr>
          <a:xfrm>
            <a:off x="1188720" y="16916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nhập email/mật khẩu an toàn</a:t>
            </a:r>
            <a:endParaRPr lang="en-US" sz="1100" dirty="0"/>
          </a:p>
        </p:txBody>
      </p:sp>
      <p:sp>
        <p:nvSpPr>
          <p:cNvPr id="9" name="Shape 4"/>
          <p:cNvSpPr/>
          <p:nvPr/>
        </p:nvSpPr>
        <p:spPr>
          <a:xfrm>
            <a:off x="3474720" y="1188720"/>
            <a:ext cx="2560320" cy="1280160"/>
          </a:xfrm>
          <a:prstGeom prst="roundRect">
            <a:avLst>
              <a:gd name="adj" fmla="val 5714"/>
            </a:avLst>
          </a:prstGeom>
          <a:solidFill>
            <a:srgbClr val="16213E"/>
          </a:solidFill>
          <a:ln w="12700">
            <a:solidFill>
              <a:srgbClr val="2D3A5A"/>
            </a:solidFill>
            <a:prstDash val="solid"/>
          </a:ln>
        </p:spPr>
      </p:sp>
      <p:pic>
        <p:nvPicPr>
          <p:cNvPr id="10" name="Image 3" descr="D:\project\Clone\apw\plans\reports\workspace\icon-gri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1371600"/>
            <a:ext cx="320040" cy="32004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023360" y="1371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Lưới Masonry</a:t>
            </a:r>
            <a:endParaRPr lang="en-US" sz="1300" dirty="0"/>
          </a:p>
        </p:txBody>
      </p:sp>
      <p:sp>
        <p:nvSpPr>
          <p:cNvPr id="12" name="Text 6"/>
          <p:cNvSpPr/>
          <p:nvPr/>
        </p:nvSpPr>
        <p:spPr>
          <a:xfrm>
            <a:off x="4023360" y="16916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diện feed kiểu Pinterest</a:t>
            </a:r>
            <a:endParaRPr lang="en-US" sz="1100" dirty="0"/>
          </a:p>
        </p:txBody>
      </p:sp>
      <p:sp>
        <p:nvSpPr>
          <p:cNvPr id="13" name="Shape 7"/>
          <p:cNvSpPr/>
          <p:nvPr/>
        </p:nvSpPr>
        <p:spPr>
          <a:xfrm>
            <a:off x="6309360" y="1188720"/>
            <a:ext cx="2560320" cy="1280160"/>
          </a:xfrm>
          <a:prstGeom prst="roundRect">
            <a:avLst>
              <a:gd name="adj" fmla="val 5714"/>
            </a:avLst>
          </a:prstGeom>
          <a:solidFill>
            <a:srgbClr val="16213E"/>
          </a:solidFill>
          <a:ln w="12700">
            <a:solidFill>
              <a:srgbClr val="2D3A5A"/>
            </a:solidFill>
            <a:prstDash val="solid"/>
          </a:ln>
        </p:spPr>
      </p:sp>
      <p:pic>
        <p:nvPicPr>
          <p:cNvPr id="14" name="Image 4" descr="D:\project\Clone\apw\plans\reports\workspace\icon-pi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1371600"/>
            <a:ext cx="320040" cy="32004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858000" y="1371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Pin</a:t>
            </a:r>
            <a:endParaRPr lang="en-US" sz="1300" dirty="0"/>
          </a:p>
        </p:txBody>
      </p:sp>
      <p:sp>
        <p:nvSpPr>
          <p:cNvPr id="16" name="Text 9"/>
          <p:cNvSpPr/>
          <p:nvPr/>
        </p:nvSpPr>
        <p:spPr>
          <a:xfrm>
            <a:off x="6858000" y="16916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Tạo, xem &amp; lưu ghim</a:t>
            </a:r>
            <a:endParaRPr lang="en-US" sz="1100" dirty="0"/>
          </a:p>
        </p:txBody>
      </p:sp>
      <p:sp>
        <p:nvSpPr>
          <p:cNvPr id="17" name="Shape 10"/>
          <p:cNvSpPr/>
          <p:nvPr/>
        </p:nvSpPr>
        <p:spPr>
          <a:xfrm>
            <a:off x="640080" y="2743200"/>
            <a:ext cx="2560320" cy="1280160"/>
          </a:xfrm>
          <a:prstGeom prst="roundRect">
            <a:avLst>
              <a:gd name="adj" fmla="val 5714"/>
            </a:avLst>
          </a:prstGeom>
          <a:solidFill>
            <a:srgbClr val="16213E"/>
          </a:solidFill>
          <a:ln w="12700">
            <a:solidFill>
              <a:srgbClr val="2D3A5A"/>
            </a:solidFill>
            <a:prstDash val="solid"/>
          </a:ln>
        </p:spPr>
      </p:sp>
      <p:pic>
        <p:nvPicPr>
          <p:cNvPr id="18" name="Image 5" descr="D:\project\Clone\apw\plans\reports\workspace\icon-us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2926080"/>
            <a:ext cx="320040" cy="32004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188720" y="2926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Hồ sơ người dùng</a:t>
            </a:r>
            <a:endParaRPr lang="en-US" sz="1300" dirty="0"/>
          </a:p>
        </p:txBody>
      </p:sp>
      <p:sp>
        <p:nvSpPr>
          <p:cNvPr id="20" name="Text 12"/>
          <p:cNvSpPr/>
          <p:nvPr/>
        </p:nvSpPr>
        <p:spPr>
          <a:xfrm>
            <a:off x="1188720" y="32461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Tùy chỉnh ảnh đại diện</a:t>
            </a:r>
            <a:endParaRPr lang="en-US" sz="1100" dirty="0"/>
          </a:p>
        </p:txBody>
      </p:sp>
      <p:sp>
        <p:nvSpPr>
          <p:cNvPr id="21" name="Shape 13"/>
          <p:cNvSpPr/>
          <p:nvPr/>
        </p:nvSpPr>
        <p:spPr>
          <a:xfrm>
            <a:off x="3474720" y="2743200"/>
            <a:ext cx="2560320" cy="1280160"/>
          </a:xfrm>
          <a:prstGeom prst="roundRect">
            <a:avLst>
              <a:gd name="adj" fmla="val 5714"/>
            </a:avLst>
          </a:prstGeom>
          <a:solidFill>
            <a:srgbClr val="16213E"/>
          </a:solidFill>
          <a:ln w="12700">
            <a:solidFill>
              <a:srgbClr val="2D3A5A"/>
            </a:solidFill>
            <a:prstDash val="solid"/>
          </a:ln>
        </p:spPr>
      </p:sp>
      <p:pic>
        <p:nvPicPr>
          <p:cNvPr id="22" name="Image 6" descr="D:\project\Clone\apw\plans\reports\workspace\icon-folde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1880" y="2926080"/>
            <a:ext cx="320040" cy="32004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4023360" y="2926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Album ảnh</a:t>
            </a:r>
            <a:endParaRPr lang="en-US" sz="1300" dirty="0"/>
          </a:p>
        </p:txBody>
      </p:sp>
      <p:sp>
        <p:nvSpPr>
          <p:cNvPr id="24" name="Text 15"/>
          <p:cNvSpPr/>
          <p:nvPr/>
        </p:nvSpPr>
        <p:spPr>
          <a:xfrm>
            <a:off x="4023360" y="32461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 chức bộ sưu tập</a:t>
            </a:r>
            <a:endParaRPr lang="en-US" sz="1100" dirty="0"/>
          </a:p>
        </p:txBody>
      </p:sp>
      <p:sp>
        <p:nvSpPr>
          <p:cNvPr id="25" name="Shape 16"/>
          <p:cNvSpPr/>
          <p:nvPr/>
        </p:nvSpPr>
        <p:spPr>
          <a:xfrm>
            <a:off x="6309360" y="2743200"/>
            <a:ext cx="2560320" cy="1280160"/>
          </a:xfrm>
          <a:prstGeom prst="roundRect">
            <a:avLst>
              <a:gd name="adj" fmla="val 5714"/>
            </a:avLst>
          </a:prstGeom>
          <a:solidFill>
            <a:srgbClr val="16213E"/>
          </a:solidFill>
          <a:ln w="12700">
            <a:solidFill>
              <a:srgbClr val="2D3A5A"/>
            </a:solidFill>
            <a:prstDash val="solid"/>
          </a:ln>
        </p:spPr>
      </p:sp>
      <p:pic>
        <p:nvPicPr>
          <p:cNvPr id="26" name="Image 7" descr="D:\project\Clone\apw\plans\reports\workspace\icon-messag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6520" y="2926080"/>
            <a:ext cx="320040" cy="32004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6858000" y="2926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Bình luận</a:t>
            </a:r>
            <a:endParaRPr lang="en-US" sz="1300" dirty="0"/>
          </a:p>
        </p:txBody>
      </p:sp>
      <p:sp>
        <p:nvSpPr>
          <p:cNvPr id="28" name="Text 18"/>
          <p:cNvSpPr/>
          <p:nvPr/>
        </p:nvSpPr>
        <p:spPr>
          <a:xfrm>
            <a:off x="6858000" y="32461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Tương tác nội dung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project\Clone\apw\plans\reports\workspace\bg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nghệ Sử dụng</a:t>
            </a:r>
            <a:endParaRPr lang="en-US" sz="3200" dirty="0"/>
          </a:p>
        </p:txBody>
      </p:sp>
      <p:pic>
        <p:nvPicPr>
          <p:cNvPr id="4" name="Image 1" descr="D:\project\Clone\apw\plans\reports\workspace\accent-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68680"/>
            <a:ext cx="2286000" cy="457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48640" y="1280160"/>
            <a:ext cx="2011680" cy="2286000"/>
          </a:xfrm>
          <a:prstGeom prst="roundRect">
            <a:avLst>
              <a:gd name="adj" fmla="val 4545"/>
            </a:avLst>
          </a:prstGeom>
          <a:solidFill>
            <a:srgbClr val="16213E"/>
          </a:solidFill>
          <a:ln w="12700">
            <a:solidFill>
              <a:srgbClr val="2D3A5A"/>
            </a:solidFill>
            <a:prstDash val="solid"/>
          </a:ln>
        </p:spPr>
      </p:sp>
      <p:pic>
        <p:nvPicPr>
          <p:cNvPr id="6" name="Image 2" descr="D:\project\Clone\apw\plans\reports\workspace\icon-c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1463040"/>
            <a:ext cx="457200" cy="4572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48640" y="2057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400" dirty="0"/>
          </a:p>
        </p:txBody>
      </p:sp>
      <p:sp>
        <p:nvSpPr>
          <p:cNvPr id="8" name="Text 3"/>
          <p:cNvSpPr/>
          <p:nvPr/>
        </p:nvSpPr>
        <p:spPr>
          <a:xfrm>
            <a:off x="640080" y="24688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19, TypeScript, Vite</a:t>
            </a:r>
            <a:endParaRPr lang="en-US" sz="1100" dirty="0"/>
          </a:p>
        </p:txBody>
      </p:sp>
      <p:sp>
        <p:nvSpPr>
          <p:cNvPr id="9" name="Shape 4"/>
          <p:cNvSpPr/>
          <p:nvPr/>
        </p:nvSpPr>
        <p:spPr>
          <a:xfrm>
            <a:off x="2697480" y="1280160"/>
            <a:ext cx="2011680" cy="2286000"/>
          </a:xfrm>
          <a:prstGeom prst="roundRect">
            <a:avLst>
              <a:gd name="adj" fmla="val 4545"/>
            </a:avLst>
          </a:prstGeom>
          <a:solidFill>
            <a:srgbClr val="16213E"/>
          </a:solidFill>
          <a:ln w="12700">
            <a:solidFill>
              <a:srgbClr val="2D3A5A"/>
            </a:solidFill>
            <a:prstDash val="solid"/>
          </a:ln>
        </p:spPr>
      </p:sp>
      <p:pic>
        <p:nvPicPr>
          <p:cNvPr id="10" name="Image 3" descr="D:\project\Clone\apw\plans\reports\workspace\icon-lay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1463040"/>
            <a:ext cx="457200" cy="4572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697480" y="2057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diện</a:t>
            </a:r>
            <a:endParaRPr lang="en-US" sz="1400" dirty="0"/>
          </a:p>
        </p:txBody>
      </p:sp>
      <p:sp>
        <p:nvSpPr>
          <p:cNvPr id="12" name="Text 6"/>
          <p:cNvSpPr/>
          <p:nvPr/>
        </p:nvSpPr>
        <p:spPr>
          <a:xfrm>
            <a:off x="2788920" y="24688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TailwindCSS, Lucide Icons</a:t>
            </a:r>
            <a:endParaRPr lang="en-US" sz="1100" dirty="0"/>
          </a:p>
        </p:txBody>
      </p:sp>
      <p:sp>
        <p:nvSpPr>
          <p:cNvPr id="13" name="Shape 7"/>
          <p:cNvSpPr/>
          <p:nvPr/>
        </p:nvSpPr>
        <p:spPr>
          <a:xfrm>
            <a:off x="4846320" y="1280160"/>
            <a:ext cx="2011680" cy="2286000"/>
          </a:xfrm>
          <a:prstGeom prst="roundRect">
            <a:avLst>
              <a:gd name="adj" fmla="val 4545"/>
            </a:avLst>
          </a:prstGeom>
          <a:solidFill>
            <a:srgbClr val="16213E"/>
          </a:solidFill>
          <a:ln w="12700">
            <a:solidFill>
              <a:srgbClr val="2D3A5A"/>
            </a:solidFill>
            <a:prstDash val="solid"/>
          </a:ln>
        </p:spPr>
      </p:sp>
      <p:pic>
        <p:nvPicPr>
          <p:cNvPr id="14" name="Image 4" descr="D:\project\Clone\apw\plans\reports\workspace\icon-databas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560" y="1463040"/>
            <a:ext cx="457200" cy="4572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846320" y="2057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1400" dirty="0"/>
          </a:p>
        </p:txBody>
      </p:sp>
      <p:sp>
        <p:nvSpPr>
          <p:cNvPr id="16" name="Text 9"/>
          <p:cNvSpPr/>
          <p:nvPr/>
        </p:nvSpPr>
        <p:spPr>
          <a:xfrm>
            <a:off x="4937760" y="24688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TanStack Query, Context</a:t>
            </a:r>
            <a:endParaRPr lang="en-US" sz="1100" dirty="0"/>
          </a:p>
        </p:txBody>
      </p:sp>
      <p:sp>
        <p:nvSpPr>
          <p:cNvPr id="17" name="Shape 10"/>
          <p:cNvSpPr/>
          <p:nvPr/>
        </p:nvSpPr>
        <p:spPr>
          <a:xfrm>
            <a:off x="6995160" y="1280160"/>
            <a:ext cx="2011680" cy="2286000"/>
          </a:xfrm>
          <a:prstGeom prst="roundRect">
            <a:avLst>
              <a:gd name="adj" fmla="val 4545"/>
            </a:avLst>
          </a:prstGeom>
          <a:solidFill>
            <a:srgbClr val="16213E"/>
          </a:solidFill>
          <a:ln w="12700">
            <a:solidFill>
              <a:srgbClr val="2D3A5A"/>
            </a:solidFill>
            <a:prstDash val="solid"/>
          </a:ln>
        </p:spPr>
      </p:sp>
      <p:pic>
        <p:nvPicPr>
          <p:cNvPr id="18" name="Image 5" descr="D:\project\Clone\apw\plans\reports\workspace\icon-clou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0" y="1463040"/>
            <a:ext cx="457200" cy="4572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995160" y="2057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C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400" dirty="0"/>
          </a:p>
        </p:txBody>
      </p:sp>
      <p:sp>
        <p:nvSpPr>
          <p:cNvPr id="20" name="Text 12"/>
          <p:cNvSpPr/>
          <p:nvPr/>
        </p:nvSpPr>
        <p:spPr>
          <a:xfrm>
            <a:off x="7086600" y="24688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(Auth, DB, Storage)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project\Clone\apw\plans\reports\workspace\bg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 quan Kiến trúc</a:t>
            </a:r>
            <a:endParaRPr lang="en-US" sz="3200" dirty="0"/>
          </a:p>
        </p:txBody>
      </p:sp>
      <p:pic>
        <p:nvPicPr>
          <p:cNvPr id="4" name="Image 1" descr="D:\project\Clone\apw\plans\reports\workspace\accent-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68680"/>
            <a:ext cx="2377440" cy="457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731520" y="1828800"/>
            <a:ext cx="1645920" cy="1463040"/>
          </a:xfrm>
          <a:prstGeom prst="roundRect">
            <a:avLst>
              <a:gd name="adj" fmla="val 6250"/>
            </a:avLst>
          </a:prstGeom>
          <a:solidFill>
            <a:srgbClr val="16213E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6" name="Image 2" descr="D:\project\Clone\apw\plans\reports\workspace\icon-us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2011680"/>
            <a:ext cx="457200" cy="4572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31520" y="25603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Người dùng</a:t>
            </a:r>
            <a:endParaRPr lang="en-US" sz="1200" dirty="0"/>
          </a:p>
        </p:txBody>
      </p:sp>
      <p:sp>
        <p:nvSpPr>
          <p:cNvPr id="8" name="Shape 3"/>
          <p:cNvSpPr/>
          <p:nvPr/>
        </p:nvSpPr>
        <p:spPr>
          <a:xfrm>
            <a:off x="2468880" y="2331720"/>
            <a:ext cx="457200" cy="274320"/>
          </a:xfrm>
          <a:prstGeom prst="rightArrow">
            <a:avLst/>
          </a:prstGeom>
          <a:solidFill>
            <a:srgbClr val="00D4FF"/>
          </a:solidFill>
          <a:ln/>
        </p:spPr>
      </p:sp>
      <p:sp>
        <p:nvSpPr>
          <p:cNvPr id="9" name="Shape 4"/>
          <p:cNvSpPr/>
          <p:nvPr/>
        </p:nvSpPr>
        <p:spPr>
          <a:xfrm>
            <a:off x="2834640" y="1828800"/>
            <a:ext cx="1645920" cy="1463040"/>
          </a:xfrm>
          <a:prstGeom prst="roundRect">
            <a:avLst>
              <a:gd name="adj" fmla="val 6250"/>
            </a:avLst>
          </a:prstGeom>
          <a:solidFill>
            <a:srgbClr val="16213E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10" name="Image 3" descr="D:\project\Clone\apw\plans\reports\workspace\icon-cod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2011680"/>
            <a:ext cx="457200" cy="4572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834640" y="25603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App</a:t>
            </a:r>
            <a:endParaRPr lang="en-US" sz="1200" dirty="0"/>
          </a:p>
        </p:txBody>
      </p:sp>
      <p:sp>
        <p:nvSpPr>
          <p:cNvPr id="12" name="Shape 6"/>
          <p:cNvSpPr/>
          <p:nvPr/>
        </p:nvSpPr>
        <p:spPr>
          <a:xfrm>
            <a:off x="4572000" y="2331720"/>
            <a:ext cx="457200" cy="274320"/>
          </a:xfrm>
          <a:prstGeom prst="rightArrow">
            <a:avLst/>
          </a:prstGeom>
          <a:solidFill>
            <a:srgbClr val="00D4FF"/>
          </a:solidFill>
          <a:ln/>
        </p:spPr>
      </p:sp>
      <p:sp>
        <p:nvSpPr>
          <p:cNvPr id="13" name="Shape 7"/>
          <p:cNvSpPr/>
          <p:nvPr/>
        </p:nvSpPr>
        <p:spPr>
          <a:xfrm>
            <a:off x="4937760" y="1828800"/>
            <a:ext cx="1645920" cy="1463040"/>
          </a:xfrm>
          <a:prstGeom prst="roundRect">
            <a:avLst>
              <a:gd name="adj" fmla="val 6250"/>
            </a:avLst>
          </a:prstGeom>
          <a:solidFill>
            <a:srgbClr val="16213E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14" name="Image 4" descr="D:\project\Clone\apw\plans\reports\workspace\icon-clou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2011680"/>
            <a:ext cx="457200" cy="4572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937760" y="25603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200" dirty="0"/>
          </a:p>
        </p:txBody>
      </p:sp>
      <p:sp>
        <p:nvSpPr>
          <p:cNvPr id="16" name="Shape 9"/>
          <p:cNvSpPr/>
          <p:nvPr/>
        </p:nvSpPr>
        <p:spPr>
          <a:xfrm>
            <a:off x="6675120" y="2331720"/>
            <a:ext cx="457200" cy="274320"/>
          </a:xfrm>
          <a:prstGeom prst="rightArrow">
            <a:avLst/>
          </a:prstGeom>
          <a:solidFill>
            <a:srgbClr val="00D4FF"/>
          </a:solidFill>
          <a:ln/>
        </p:spPr>
      </p:sp>
      <p:sp>
        <p:nvSpPr>
          <p:cNvPr id="17" name="Shape 10"/>
          <p:cNvSpPr/>
          <p:nvPr/>
        </p:nvSpPr>
        <p:spPr>
          <a:xfrm>
            <a:off x="7040880" y="1828800"/>
            <a:ext cx="1645920" cy="1463040"/>
          </a:xfrm>
          <a:prstGeom prst="roundRect">
            <a:avLst>
              <a:gd name="adj" fmla="val 6250"/>
            </a:avLst>
          </a:prstGeom>
          <a:solidFill>
            <a:srgbClr val="16213E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18" name="Image 5" descr="D:\project\Clone\apw\plans\reports\workspace\icon-databas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5240" y="2011680"/>
            <a:ext cx="457200" cy="4572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040880" y="25603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Cơ sở dữ liệu</a:t>
            </a:r>
            <a:endParaRPr lang="en-US" sz="1200" dirty="0"/>
          </a:p>
        </p:txBody>
      </p:sp>
      <p:sp>
        <p:nvSpPr>
          <p:cNvPr id="20" name="Text 12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Đồng bộ thời gian thực với Supabase subscriptions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project\Clone\apw\plans\reports\workspace\bg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Màn hình Demo</a:t>
            </a:r>
            <a:endParaRPr lang="en-US" sz="3200" dirty="0"/>
          </a:p>
        </p:txBody>
      </p:sp>
      <p:pic>
        <p:nvPicPr>
          <p:cNvPr id="4" name="Image 1" descr="D:\project\Clone\apw\plans\reports\workspace\accent-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68680"/>
            <a:ext cx="1828800" cy="457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731520" y="1280160"/>
            <a:ext cx="2560320" cy="2926080"/>
          </a:xfrm>
          <a:prstGeom prst="roundRect">
            <a:avLst>
              <a:gd name="adj" fmla="val 5357"/>
            </a:avLst>
          </a:prstGeom>
          <a:solidFill>
            <a:srgbClr val="16213E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822960" y="1417320"/>
            <a:ext cx="2377440" cy="228600"/>
          </a:xfrm>
          <a:prstGeom prst="rect">
            <a:avLst/>
          </a:prstGeom>
          <a:solidFill>
            <a:srgbClr val="2D3A5A"/>
          </a:solidFill>
          <a:ln/>
        </p:spPr>
      </p:sp>
      <p:sp>
        <p:nvSpPr>
          <p:cNvPr id="7" name="Text 3"/>
          <p:cNvSpPr/>
          <p:nvPr/>
        </p:nvSpPr>
        <p:spPr>
          <a:xfrm>
            <a:off x="731520" y="42976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Trang chủ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3566160" y="1280160"/>
            <a:ext cx="2560320" cy="2926080"/>
          </a:xfrm>
          <a:prstGeom prst="roundRect">
            <a:avLst>
              <a:gd name="adj" fmla="val 5357"/>
            </a:avLst>
          </a:prstGeom>
          <a:solidFill>
            <a:srgbClr val="16213E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3657600" y="1417320"/>
            <a:ext cx="2377440" cy="228600"/>
          </a:xfrm>
          <a:prstGeom prst="rect">
            <a:avLst/>
          </a:prstGeom>
          <a:solidFill>
            <a:srgbClr val="2D3A5A"/>
          </a:solidFill>
          <a:ln/>
        </p:spPr>
      </p:sp>
      <p:sp>
        <p:nvSpPr>
          <p:cNvPr id="10" name="Text 6"/>
          <p:cNvSpPr/>
          <p:nvPr/>
        </p:nvSpPr>
        <p:spPr>
          <a:xfrm>
            <a:off x="3566160" y="42976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 tiết Pin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400800" y="1280160"/>
            <a:ext cx="2560320" cy="2926080"/>
          </a:xfrm>
          <a:prstGeom prst="roundRect">
            <a:avLst>
              <a:gd name="adj" fmla="val 5357"/>
            </a:avLst>
          </a:prstGeom>
          <a:solidFill>
            <a:srgbClr val="16213E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92240" y="1417320"/>
            <a:ext cx="2377440" cy="228600"/>
          </a:xfrm>
          <a:prstGeom prst="rect">
            <a:avLst/>
          </a:prstGeom>
          <a:solidFill>
            <a:srgbClr val="2D3A5A"/>
          </a:solidFill>
          <a:ln/>
        </p:spPr>
      </p:sp>
      <p:sp>
        <p:nvSpPr>
          <p:cNvPr id="13" name="Text 9"/>
          <p:cNvSpPr/>
          <p:nvPr/>
        </p:nvSpPr>
        <p:spPr>
          <a:xfrm>
            <a:off x="6400800" y="42976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Hồ sơ</a:t>
            </a:r>
            <a:endParaRPr lang="en-US" sz="1200" dirty="0"/>
          </a:p>
        </p:txBody>
      </p:sp>
      <p:pic>
        <p:nvPicPr>
          <p:cNvPr id="14" name="Image 2" descr="D:\project\Clone\apw\plans\reports\workspace\icon-monito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2286000"/>
            <a:ext cx="548640" cy="548640"/>
          </a:xfrm>
          <a:prstGeom prst="rect">
            <a:avLst/>
          </a:prstGeom>
        </p:spPr>
      </p:pic>
      <p:pic>
        <p:nvPicPr>
          <p:cNvPr id="15" name="Image 3" descr="D:\project\Clone\apw\plans\reports\workspace\icon-p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2286000"/>
            <a:ext cx="548640" cy="548640"/>
          </a:xfrm>
          <a:prstGeom prst="rect">
            <a:avLst/>
          </a:prstGeom>
        </p:spPr>
      </p:pic>
      <p:pic>
        <p:nvPicPr>
          <p:cNvPr id="16" name="Image 4" descr="D:\project\Clone\apw\plans\reports\workspace\icon-us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228600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project\Clone\apw\plans\reports\workspace\bg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Lộ trình Phát triển</a:t>
            </a:r>
            <a:endParaRPr lang="en-US" sz="3200" dirty="0"/>
          </a:p>
        </p:txBody>
      </p:sp>
      <p:pic>
        <p:nvPicPr>
          <p:cNvPr id="4" name="Image 1" descr="D:\project\Clone\apw\plans\reports\workspace\accent-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68680"/>
            <a:ext cx="2103120" cy="457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14400" y="1371600"/>
            <a:ext cx="7315200" cy="914400"/>
          </a:xfrm>
          <a:prstGeom prst="roundRect">
            <a:avLst>
              <a:gd name="adj" fmla="val 8000"/>
            </a:avLst>
          </a:prstGeom>
          <a:solidFill>
            <a:srgbClr val="16213E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6" name="Image 2" descr="D:\project\Clone\apw\plans\reports\workspace\icon-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645920"/>
            <a:ext cx="365760" cy="36576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828800" y="15087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Giai đoạn 1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3474720" y="1508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Tính năng Cốt lõi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6400800" y="15087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Hoàn thành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1828800" y="1874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Xác thực, Pin, Hồ sơ, Album, Bình luận</a:t>
            </a:r>
            <a:endParaRPr lang="en-US" sz="1000" dirty="0"/>
          </a:p>
        </p:txBody>
      </p:sp>
      <p:sp>
        <p:nvSpPr>
          <p:cNvPr id="11" name="Shape 6"/>
          <p:cNvSpPr/>
          <p:nvPr/>
        </p:nvSpPr>
        <p:spPr>
          <a:xfrm>
            <a:off x="914400" y="2468880"/>
            <a:ext cx="7315200" cy="914400"/>
          </a:xfrm>
          <a:prstGeom prst="roundRect">
            <a:avLst>
              <a:gd name="adj" fmla="val 8000"/>
            </a:avLst>
          </a:prstGeom>
          <a:solidFill>
            <a:srgbClr val="16213E"/>
          </a:solidFill>
          <a:ln w="12700">
            <a:solidFill>
              <a:srgbClr val="2D3A5A"/>
            </a:solidFill>
            <a:prstDash val="solid"/>
          </a:ln>
        </p:spPr>
      </p:sp>
      <p:pic>
        <p:nvPicPr>
          <p:cNvPr id="12" name="Image 3" descr="D:\project\Clone\apw\plans\reports\workspace\icon-arr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2743200"/>
            <a:ext cx="365760" cy="3657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828800" y="26060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Giai đoạn 2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3474720" y="2606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Tính năng Xã hội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6400800" y="2606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Đang phát triển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1828800" y="2971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 dõi, Thích, Thông báo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914400" y="3566160"/>
            <a:ext cx="7315200" cy="914400"/>
          </a:xfrm>
          <a:prstGeom prst="roundRect">
            <a:avLst>
              <a:gd name="adj" fmla="val 8000"/>
            </a:avLst>
          </a:prstGeom>
          <a:solidFill>
            <a:srgbClr val="16213E"/>
          </a:solidFill>
          <a:ln w="12700">
            <a:solidFill>
              <a:srgbClr val="2D3A5A"/>
            </a:solidFill>
            <a:prstDash val="solid"/>
          </a:ln>
        </p:spPr>
      </p:sp>
      <p:pic>
        <p:nvPicPr>
          <p:cNvPr id="18" name="Image 4" descr="D:\project\Clone\apw\plans\reports\workspace\icon-arro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3840480"/>
            <a:ext cx="365760" cy="36576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828800" y="3703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Giai đoạn 3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3474720" y="3703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Gợi ý AI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6400800" y="3703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 hoạch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1828800" y="4069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thông minh, Pin tương tự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project\Clone\apw\plans\reports\workspace\bg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Cảm ơn!</a:t>
            </a:r>
            <a:endParaRPr lang="en-US" sz="4800" dirty="0"/>
          </a:p>
        </p:txBody>
      </p:sp>
      <p:pic>
        <p:nvPicPr>
          <p:cNvPr id="4" name="Image 1" descr="D:\project\Clone\apw\plans\reports\workspace\accent-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148840"/>
            <a:ext cx="2743200" cy="457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Được xây dựng với ❤️ như một dự án học tập</a:t>
            </a:r>
            <a:endParaRPr lang="en-US" sz="1800" dirty="0"/>
          </a:p>
        </p:txBody>
      </p:sp>
      <p:pic>
        <p:nvPicPr>
          <p:cNvPr id="6" name="Image 2" descr="D:\project\Clone\apw\plans\reports\workspace\icon-githu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3200400"/>
            <a:ext cx="457200" cy="457200"/>
          </a:xfrm>
          <a:prstGeom prst="rect">
            <a:avLst/>
          </a:prstGeom>
        </p:spPr>
      </p:pic>
      <p:pic>
        <p:nvPicPr>
          <p:cNvPr id="7" name="Image 3" descr="D:\project\Clone\apw\plans\reports\workspace\icon-mai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200400"/>
            <a:ext cx="457200" cy="45720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Hãy Kết nối!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APW - Ứng dụng Pinterest Clone</dc:title>
  <dc:subject>PptxGenJS Presentation</dc:subject>
  <dc:creator>APW Team</dc:creator>
  <cp:lastModifiedBy>APW Team</cp:lastModifiedBy>
  <cp:revision>1</cp:revision>
  <dcterms:created xsi:type="dcterms:W3CDTF">2026-01-28T11:50:46Z</dcterms:created>
  <dcterms:modified xsi:type="dcterms:W3CDTF">2026-01-28T11:50:46Z</dcterms:modified>
</cp:coreProperties>
</file>